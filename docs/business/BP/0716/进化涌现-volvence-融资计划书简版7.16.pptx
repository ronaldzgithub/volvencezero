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文字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2" baseType="lpstr">
      <vt:lpstr>Arial</vt:lpstr>
      <vt:lpstr>宋体</vt:lpstr>
      <vt:lpstr>Wingdings</vt:lpstr>
      <vt:lpstr>微软雅黑</vt:lpstr>
      <vt:lpstr>汉仪旗黑</vt:lpstr>
      <vt:lpstr>Calibri</vt:lpstr>
      <vt:lpstr>Helvetica Neue</vt:lpstr>
      <vt:lpstr>汉仪书宋二KW</vt:lpstr>
      <vt:lpstr>宋体</vt:lpstr>
      <vt:lpstr>Arial Unicode MS</vt:lpstr>
      <vt:lpstr>等线</vt:lpstr>
      <vt:lpstr>汉仪中等线KW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橡树</cp:lastModifiedBy>
  <cp:revision>2</cp:revision>
  <dcterms:created xsi:type="dcterms:W3CDTF">2026-07-16T09:29:17Z</dcterms:created>
  <dcterms:modified xsi:type="dcterms:W3CDTF">2026-07-16T09:29:17Z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EB9BA1194D53BE2F6DA4586AC795593D_43</vt:lpwstr>
  </property>
  <property fmtid="{D5CDD505-2E9C-101B-9397-08002B2CF9AE}" pid="3" name="KSOProductBuildVer">
    <vt:lpwstr>2052-12.1.26026.26026</vt:lpwstr>
  </property>
</Properties>
</file>